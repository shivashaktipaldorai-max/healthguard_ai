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2"/>
  </p:notesMasterIdLst>
  <p:sldIdLst>
    <p:sldId id="257" r:id="rId3"/>
    <p:sldId id="260" r:id="rId4"/>
    <p:sldId id="259" r:id="rId5"/>
    <p:sldId id="261" r:id="rId6"/>
    <p:sldId id="264" r:id="rId7"/>
    <p:sldId id="265" r:id="rId8"/>
    <p:sldId id="266" r:id="rId9"/>
    <p:sldId id="268" r:id="rId10"/>
    <p:sldId id="270" r:id="rId11"/>
  </p:sldIdLst>
  <p:sldSz cx="9144000" cy="5143500" type="screen16x9"/>
  <p:notesSz cx="6858000" cy="9144000"/>
  <p:embeddedFontLst>
    <p:embeddedFont>
      <p:font typeface="Google Sans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35E627-E191-4AFA-83C9-DBBD921A51D5}" v="8" dt="2026-04-28T14:16:02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nmugha Shri Paldorai" userId="f842fe78ddce21fb" providerId="LiveId" clId="{66382C45-E98F-4508-96C3-682795ADD538}"/>
    <pc:docChg chg="modSld">
      <pc:chgData name="Shunmugha Shri Paldorai" userId="f842fe78ddce21fb" providerId="LiveId" clId="{66382C45-E98F-4508-96C3-682795ADD538}" dt="2026-04-28T14:16:02.262" v="54" actId="20577"/>
      <pc:docMkLst>
        <pc:docMk/>
      </pc:docMkLst>
      <pc:sldChg chg="modSp mod">
        <pc:chgData name="Shunmugha Shri Paldorai" userId="f842fe78ddce21fb" providerId="LiveId" clId="{66382C45-E98F-4508-96C3-682795ADD538}" dt="2026-04-28T14:16:02.262" v="54" actId="20577"/>
        <pc:sldMkLst>
          <pc:docMk/>
          <pc:sldMk cId="0" sldId="268"/>
        </pc:sldMkLst>
        <pc:spChg chg="mod">
          <ac:chgData name="Shunmugha Shri Paldorai" userId="f842fe78ddce21fb" providerId="LiveId" clId="{66382C45-E98F-4508-96C3-682795ADD538}" dt="2026-04-28T14:16:02.262" v="54" actId="20577"/>
          <ac:spMkLst>
            <pc:docMk/>
            <pc:sldMk cId="0" sldId="268"/>
            <ac:spMk id="17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ivashaktipaldorai-max/HealthGuard_A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hyperlink" Target="https://69f0bfb0846e11fd861c5bf5--stunning-fairy-e9850d.netlify.app/" TargetMode="External"/><Relationship Id="rId4" Type="http://schemas.openxmlformats.org/officeDocument/2006/relationships/hyperlink" Target="https://drive.google.com/file/d/1Y-iApVDaS7CakZX6x2_TfVZ04bBbyiA5/view?usp=drivesdk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 </a:t>
            </a:r>
            <a:r>
              <a:rPr lang="en-GB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Kernal killers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r>
              <a:rPr lang="en-GB" sz="180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A. Priya </a:t>
            </a:r>
            <a:r>
              <a:rPr lang="en-GB" sz="1800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dharshini</a:t>
            </a:r>
            <a:endParaRPr sz="180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r>
              <a:rPr lang="en-US" sz="1800" dirty="0"/>
              <a:t>Users lack an easy way to monitor health and get instant emergency help in one app.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593408" y="431892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2000" dirty="0">
                <a:latin typeface="Google Sans"/>
                <a:ea typeface="Google Sans"/>
                <a:cs typeface="Google Sans"/>
                <a:sym typeface="Google Sans"/>
              </a:rPr>
              <a:t>S</a:t>
            </a:r>
            <a:r>
              <a:rPr lang="en-GB" sz="20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olution:</a:t>
            </a:r>
            <a:endParaRPr sz="20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C3B77C-4FA8-0826-2AEB-CA6700CDE346}"/>
              </a:ext>
            </a:extLst>
          </p:cNvPr>
          <p:cNvSpPr txBox="1"/>
          <p:nvPr/>
        </p:nvSpPr>
        <p:spPr>
          <a:xfrm>
            <a:off x="139659" y="838292"/>
            <a:ext cx="8698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📱 Single Integrated Mobile App </a:t>
            </a:r>
            <a:r>
              <a:rPr lang="en-US" dirty="0" err="1"/>
              <a:t>HealthGuard</a:t>
            </a:r>
            <a:r>
              <a:rPr lang="en-US" dirty="0"/>
              <a:t> AI provides an all-in-one platform for health monitoring and emergency response.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❤️ Real-time Health Monitoring Continuously tracks basic health parameters like heart rate and body temperature.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⚠️ Instant Health Status Analysis Automatically analyzes readings and shows whether the user is in a normal, warning, or critical state.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🚨 SOS Emergency System Provides a one-click SOS button to immediately request emergency help.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📍 Live Location Sharing Uses GPS to capture real-time location and generates a Google Maps link for emergency sharing.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📞 Direct Emergency Call Feature Automatically dials emergency services (like 112) during critical situations.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📊 Health History Tracking Stores past health records locally so users can view trends over time.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📈 Graphical Health Visualization Displays heart rate trends using graphs for better understanding of health changes.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🧠 Smart Health Suggestions Provides basic recommendations like rest, hydration, or stress reduction based on readings.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📱 Simple and User-Friendly Interface Designed for quick access, especially during emergencies.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⚡ Fast Response System Ensures quick action during health emergencies to reduce risk and delay.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259450" y="454483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A53D2E-C1B7-7CCB-F552-5DD62906511A}"/>
              </a:ext>
            </a:extLst>
          </p:cNvPr>
          <p:cNvSpPr txBox="1"/>
          <p:nvPr/>
        </p:nvSpPr>
        <p:spPr>
          <a:xfrm>
            <a:off x="147333" y="867587"/>
            <a:ext cx="9386134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How different is it from existing ideas?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Most existing apps focus only on fitness tracking or step counting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Many apps require wearables (smartwatch) to function fully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Emergency apps usually work separately from health monitoring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HealthGuard</a:t>
            </a:r>
            <a:r>
              <a:rPr lang="en-US" sz="1200" dirty="0"/>
              <a:t> AI combines health tracking + SOS emergency system in one </a:t>
            </a:r>
            <a:r>
              <a:rPr lang="en-US" sz="1200" dirty="0" err="1"/>
              <a:t>appProvides</a:t>
            </a:r>
            <a:r>
              <a:rPr lang="en-US" sz="1200" dirty="0"/>
              <a:t> real-time alerts + direct emergency call + live location sharing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Designed to be simple, lightweight, and accessible without extra devices</a:t>
            </a:r>
          </a:p>
          <a:p>
            <a:r>
              <a:rPr lang="en-US" sz="1200" b="1" dirty="0"/>
              <a:t> How will it solve the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📊 Continuously monitors heart rate and temperature to detect abnormalities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⚠️ Immediately alerts user when health readings are not normal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🚨 Provides one-click SOS for instant emergency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📍 Sends live GPS location to help emergency services reach </a:t>
            </a:r>
            <a:r>
              <a:rPr lang="en-US" sz="1200" dirty="0" err="1"/>
              <a:t>faste</a:t>
            </a: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📈 Stores health history to help users understand long-term health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⏱️ Reduces delay in emergency response, improving </a:t>
            </a:r>
            <a:r>
              <a:rPr lang="en-US" dirty="0"/>
              <a:t>survival chances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C9D44-944F-159C-5A41-441C28F25F36}"/>
              </a:ext>
            </a:extLst>
          </p:cNvPr>
          <p:cNvSpPr txBox="1"/>
          <p:nvPr/>
        </p:nvSpPr>
        <p:spPr>
          <a:xfrm>
            <a:off x="147333" y="3501641"/>
            <a:ext cx="65405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USP (Unique Selling Proposition)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🔥 All-in-one app combining health monitoring + emergency SOS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🚨 Instant emergency call with live location sharing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📊 Real-time health tracking with visual graphs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📱 No need for smartwatch or external devices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🧠 Smart health status detection with simple suggestions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🌍 Designed for accessibility and fast emergency response for all users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589347"/>
            <a:ext cx="2987992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diagram: 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AF6ADA-6550-FC86-32CE-A94BCFD6196D}"/>
              </a:ext>
            </a:extLst>
          </p:cNvPr>
          <p:cNvSpPr txBox="1"/>
          <p:nvPr/>
        </p:nvSpPr>
        <p:spPr>
          <a:xfrm>
            <a:off x="1689471" y="589347"/>
            <a:ext cx="552873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200" dirty="0"/>
              <a:t>User Opens App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Enter / View Health Data (Heart Rate, Temperature)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System </a:t>
            </a:r>
            <a:r>
              <a:rPr lang="en-IN" sz="1200" dirty="0" err="1"/>
              <a:t>Analyzes</a:t>
            </a:r>
            <a:r>
              <a:rPr lang="en-IN" sz="1200" dirty="0"/>
              <a:t> Health Status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 ┌───────────────────────────────┐</a:t>
            </a:r>
          </a:p>
          <a:p>
            <a:pPr algn="ctr"/>
            <a:r>
              <a:rPr lang="en-IN" sz="1200" dirty="0"/>
              <a:t> │ Normal / Warning / Critical   │</a:t>
            </a:r>
          </a:p>
          <a:p>
            <a:pPr algn="ctr"/>
            <a:r>
              <a:rPr lang="en-IN" sz="1200" dirty="0"/>
              <a:t> └───────────────────────────────┘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Store Data in Local Storage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Update Graph / History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If Emergency → User presses SOS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Get GPS Location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Generate Google Maps Link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Make Emergency Call (112)</a:t>
            </a:r>
          </a:p>
          <a:p>
            <a:pPr algn="ctr"/>
            <a:r>
              <a:rPr lang="en-IN" sz="1200" dirty="0"/>
              <a:t>      ↓</a:t>
            </a:r>
          </a:p>
          <a:p>
            <a:pPr algn="ctr"/>
            <a:r>
              <a:rPr lang="en-IN" sz="1200" dirty="0"/>
              <a:t>Send Alert with 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000" b="1" dirty="0"/>
              <a:t>Technologies Used: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2000" dirty="0"/>
              <a:t>📱 </a:t>
            </a:r>
            <a:r>
              <a:rPr lang="en-IN" sz="2000" b="1" dirty="0"/>
              <a:t>Flutter</a:t>
            </a:r>
            <a:r>
              <a:rPr lang="en-IN" sz="2000" dirty="0"/>
              <a:t> – Cross-platform mobile app development framework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2000" dirty="0"/>
              <a:t>🎯 </a:t>
            </a:r>
            <a:r>
              <a:rPr lang="en-IN" sz="2000" b="1" dirty="0"/>
              <a:t>Dart</a:t>
            </a:r>
            <a:r>
              <a:rPr lang="en-IN" sz="2000" dirty="0"/>
              <a:t> – Programming language used for building the app logic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2000" dirty="0"/>
              <a:t>❤️ </a:t>
            </a:r>
            <a:r>
              <a:rPr lang="en-IN" sz="2000" b="1" dirty="0" err="1"/>
              <a:t>Fl_Chart</a:t>
            </a:r>
            <a:r>
              <a:rPr lang="en-IN" sz="2000" dirty="0"/>
              <a:t> – Used for displaying health data graphs and trends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2000" dirty="0"/>
              <a:t>📍 </a:t>
            </a:r>
            <a:r>
              <a:rPr lang="en-IN" sz="2000" b="1" dirty="0"/>
              <a:t>Geolocator</a:t>
            </a:r>
            <a:r>
              <a:rPr lang="en-IN" sz="2000" dirty="0"/>
              <a:t> – Fetches real-time GPS location for SOS feature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2000" dirty="0"/>
              <a:t>🔗 </a:t>
            </a:r>
            <a:r>
              <a:rPr lang="en-IN" sz="2000" b="1" dirty="0"/>
              <a:t>URL Launcher</a:t>
            </a:r>
            <a:r>
              <a:rPr lang="en-IN" sz="2000" dirty="0"/>
              <a:t> – Used to make emergency phone calls and open maps links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2000" dirty="0"/>
              <a:t>💾 </a:t>
            </a:r>
            <a:r>
              <a:rPr lang="en-IN" sz="2000" b="1" dirty="0" err="1"/>
              <a:t>SharedPreferences</a:t>
            </a:r>
            <a:r>
              <a:rPr lang="en-IN" sz="2000" dirty="0"/>
              <a:t> – Stores health history locally on the device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2000" dirty="0"/>
              <a:t>📱 </a:t>
            </a:r>
            <a:r>
              <a:rPr lang="en-IN" sz="2000" b="1" dirty="0"/>
              <a:t>Android SDK</a:t>
            </a:r>
            <a:r>
              <a:rPr lang="en-IN" sz="2000" dirty="0"/>
              <a:t> – Builds and runs the Android application 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IN" sz="2000" dirty="0"/>
              <a:t>☁️ </a:t>
            </a:r>
            <a:r>
              <a:rPr lang="en-IN" sz="2000" i="1" dirty="0"/>
              <a:t>(Future Scope)</a:t>
            </a:r>
            <a:r>
              <a:rPr lang="en-IN" sz="2000" dirty="0"/>
              <a:t> Firebase – For cloud storage and real-time data sync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800" b="1" dirty="0"/>
              <a:t>Features of </a:t>
            </a:r>
            <a:r>
              <a:rPr lang="en-IN" sz="1800" b="1" dirty="0" err="1"/>
              <a:t>HealthGuard</a:t>
            </a:r>
            <a:r>
              <a:rPr lang="en-IN" sz="1800" b="1" dirty="0"/>
              <a:t> AI: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❤️ Real-time heart rate monitoring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🌡️ Body temperature tracking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🚨 One-click SOS emergency button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📍 Live GPS location sharing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📞 Automatic emergency call (112)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📊 Health history storage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📈 Graph-based health trend visualization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⚠️ Smart health status detection (normal/warning/critical)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🧠 Basic health suggestions (rest, hydration, etc.)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/>
              <a:t>📱 Simple and user-friendly interface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01B237-9C48-A012-CDBA-403DE435A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771" y="814364"/>
            <a:ext cx="1599895" cy="159989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547583-70C0-0934-6E14-4AEB814B5D35}"/>
              </a:ext>
            </a:extLst>
          </p:cNvPr>
          <p:cNvSpPr txBox="1"/>
          <p:nvPr/>
        </p:nvSpPr>
        <p:spPr>
          <a:xfrm>
            <a:off x="6375400" y="243274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/>
              </a:rPr>
              <a:t>Health Guard AI app logo</a:t>
            </a:r>
            <a:endParaRPr lang="en-IN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437833" y="589347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0E5BF8-E73C-172E-8A43-55509B1B67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00" y="1293191"/>
            <a:ext cx="2030100" cy="3600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419685-7F78-E0CC-3C63-EEF87C992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8917" y="1293192"/>
            <a:ext cx="1919092" cy="3600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07F89D-B547-29A0-50C7-DDC97A4857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2472" y="1293190"/>
            <a:ext cx="2396065" cy="36005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 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  <a:hlinkClick r:id="rId3"/>
              </a:rPr>
              <a:t>https://github.com/shivashaktipaldorai-max/HealthGuard_AI</a:t>
            </a: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Link: 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  <a:hlinkClick r:id="rId4"/>
              </a:rPr>
              <a:t>https://drive.google.com/file/d/1Y-iApVDaS7CakZX6x2_TfVZ04bBbyiA5/view?usp=drivesdk</a:t>
            </a: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endParaRPr lang="en-IN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Link: 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  <a:hlinkClick r:id="rId5"/>
              </a:rPr>
              <a:t>https://69f0bfb0846e11fd861c5bf5--stunning-fairy-e9850d.netlify.app/</a:t>
            </a: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</a:t>
            </a: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  <a:hlinkClick r:id="rId5"/>
              </a:rPr>
              <a:t>https://69f0bfb0846e11fd861c5bf5--stunning-fairy-e9850d.netlify.app/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759</Words>
  <Application>Microsoft Office PowerPoint</Application>
  <PresentationFormat>On-screen Show (16:9)</PresentationFormat>
  <Paragraphs>93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Wingdings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Shunmugha Shri Paldorai</cp:lastModifiedBy>
  <cp:revision>2</cp:revision>
  <dcterms:modified xsi:type="dcterms:W3CDTF">2026-04-28T14:16:13Z</dcterms:modified>
</cp:coreProperties>
</file>